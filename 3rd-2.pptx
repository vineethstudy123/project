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9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4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5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5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1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1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4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6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C15D6-690E-4D75-947B-53D019B7D9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E982-61DD-4553-8A36-6046C8D39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7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iark.greenend.org.uk/~sgtatham/putty/latest.html" TargetMode="Externa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92D050"/>
          </a:solidFill>
          <a:ln w="57150">
            <a:solidFill>
              <a:srgbClr val="FFC000"/>
            </a:solidFill>
          </a:ln>
        </p:spPr>
        <p:txBody>
          <a:bodyPr/>
          <a:lstStyle/>
          <a:p>
            <a:r>
              <a:rPr lang="en-US" u="sng" dirty="0"/>
              <a:t>Amazon web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AWS account creation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1EB96-206A-7D64-A228-0FF8F9BD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65" y="2130425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5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60093"/>
          </a:solidFill>
          <a:ln w="57150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AWS Account Creation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4400" dirty="0"/>
              <a:t>Email verification</a:t>
            </a:r>
          </a:p>
          <a:p>
            <a:pPr>
              <a:buFont typeface="Wingdings" pitchFamily="2" charset="2"/>
              <a:buChar char="q"/>
            </a:pPr>
            <a:r>
              <a:rPr lang="en-US" sz="4400" dirty="0"/>
              <a:t>Contact information</a:t>
            </a:r>
          </a:p>
          <a:p>
            <a:pPr>
              <a:buFont typeface="Wingdings" pitchFamily="2" charset="2"/>
              <a:buChar char="q"/>
            </a:pPr>
            <a:r>
              <a:rPr lang="en-US" sz="4400" dirty="0"/>
              <a:t>Billing information</a:t>
            </a:r>
          </a:p>
          <a:p>
            <a:pPr>
              <a:buFont typeface="Wingdings" pitchFamily="2" charset="2"/>
              <a:buChar char="q"/>
            </a:pPr>
            <a:r>
              <a:rPr lang="en-US" sz="4400" dirty="0"/>
              <a:t>Identity confirmation</a:t>
            </a:r>
          </a:p>
          <a:p>
            <a:pPr>
              <a:buFont typeface="Wingdings" pitchFamily="2" charset="2"/>
              <a:buChar char="q"/>
            </a:pPr>
            <a:r>
              <a:rPr lang="en-US" sz="4400" dirty="0"/>
              <a:t>Support plan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FC62D-FFA2-F7DD-480C-E5969E6F7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25012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9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9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3A1E18-BD1F-8E76-DE6F-40C4E3734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52400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4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ww.selfonlinetraining.wordpress.com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0657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43000" y="5638800"/>
            <a:ext cx="3918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AWS Account Name must be unique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33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5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3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7180" y="903922"/>
            <a:ext cx="8549640" cy="50501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71DF3D-390C-40DF-3D2C-3976415D1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81000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5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304800"/>
            <a:ext cx="8839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40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381000"/>
            <a:ext cx="8763000" cy="6095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A1D1C4-5816-32DB-2689-E403EDAB9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156" y="152400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5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8763000" cy="630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7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557B3A-1035-05BC-4612-7593A537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04800"/>
            <a:ext cx="1457070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0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067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9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/>
          <a:srcRect l="1056" t="6674" r="-1056" b="-3325"/>
          <a:stretch/>
        </p:blipFill>
        <p:spPr>
          <a:xfrm>
            <a:off x="240982" y="838200"/>
            <a:ext cx="8662035" cy="530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EC2 - Linux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fontAlgn="base">
              <a:buFont typeface="Wingdings" pitchFamily="2" charset="2"/>
              <a:buChar char="q"/>
            </a:pPr>
            <a:r>
              <a:rPr lang="en-US" dirty="0"/>
              <a:t>Select EC2 Service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Click on Launch Instances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Choose Amazon Machine Image (AMI) (Amazon Linux)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Choose an Instance Type (t2.micro)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Configure Instance Details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Add Storage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Add Tags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33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/>
              <a:t>EC2 - Linux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fontAlgn="base">
              <a:buFont typeface="Wingdings" pitchFamily="2" charset="2"/>
              <a:buChar char="v"/>
            </a:pPr>
            <a:r>
              <a:rPr lang="en-US" sz="4000" dirty="0"/>
              <a:t>Configure Security Group</a:t>
            </a:r>
          </a:p>
          <a:p>
            <a:pPr marL="0" lvl="0" indent="0" fontAlgn="base">
              <a:buNone/>
            </a:pPr>
            <a:r>
              <a:rPr lang="en-US" sz="2800" b="1" dirty="0"/>
              <a:t>Note: For Windows Instance RDP Port Needs   to be open &amp; for Linux Instance SSH Port</a:t>
            </a:r>
            <a:endParaRPr lang="en-US" sz="2800" dirty="0"/>
          </a:p>
          <a:p>
            <a:pPr lvl="0" fontAlgn="base">
              <a:buFont typeface="Wingdings" pitchFamily="2" charset="2"/>
              <a:buChar char="v"/>
            </a:pPr>
            <a:r>
              <a:rPr lang="en-US" sz="4000" dirty="0"/>
              <a:t>Review Instance Launch</a:t>
            </a:r>
          </a:p>
          <a:p>
            <a:pPr lvl="0" fontAlgn="base">
              <a:buFont typeface="Wingdings" pitchFamily="2" charset="2"/>
              <a:buChar char="v"/>
            </a:pPr>
            <a:r>
              <a:rPr lang="en-US" sz="4000" dirty="0"/>
              <a:t>Create Key Pair </a:t>
            </a:r>
          </a:p>
          <a:p>
            <a:pPr>
              <a:buFont typeface="Wingdings" pitchFamily="2" charset="2"/>
              <a:buChar char="v"/>
            </a:pPr>
            <a:r>
              <a:rPr lang="en-US" sz="4000" dirty="0"/>
              <a:t>Download Putty &amp; Puttygen</a:t>
            </a:r>
          </a:p>
        </p:txBody>
      </p:sp>
    </p:spTree>
    <p:extLst>
      <p:ext uri="{BB962C8B-B14F-4D97-AF65-F5344CB8AC3E}">
        <p14:creationId xmlns:p14="http://schemas.microsoft.com/office/powerpoint/2010/main" val="4247017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/>
              <a:t>EC2 - Linux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buFont typeface="Wingdings" pitchFamily="2" charset="2"/>
              <a:buChar char="q"/>
            </a:pPr>
            <a:r>
              <a:rPr lang="en-US" b="1" dirty="0"/>
              <a:t>Open Website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https://www.chiark.greenend.org.uk/~sgtatham/pu </a:t>
            </a:r>
            <a:r>
              <a:rPr lang="en-US" dirty="0" err="1">
                <a:hlinkClick r:id="rId2"/>
              </a:rPr>
              <a:t>tty</a:t>
            </a:r>
            <a:r>
              <a:rPr lang="en-US" dirty="0">
                <a:hlinkClick r:id="rId2"/>
              </a:rPr>
              <a:t>/latest.html</a:t>
            </a:r>
            <a:endParaRPr lang="en-US" dirty="0"/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Generate PPK File Using Puttygen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Select the EC2 Machine &amp; Click on connect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dirty="0"/>
              <a:t>Go to SSH Client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96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EC2 - Linux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>
              <a:buFont typeface="Wingdings" pitchFamily="2" charset="2"/>
              <a:buChar char="q"/>
            </a:pPr>
            <a:r>
              <a:rPr lang="en-US" sz="4000" dirty="0"/>
              <a:t>Note down the host name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4000" dirty="0"/>
              <a:t>Open putty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4000" dirty="0"/>
              <a:t>Enter the Host name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4000" dirty="0"/>
              <a:t>Attach PPK File with Putty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4000" dirty="0"/>
              <a:t>Click on open</a:t>
            </a:r>
          </a:p>
          <a:p>
            <a:pPr fontAlgn="base">
              <a:buFont typeface="Wingdings" pitchFamily="2" charset="2"/>
              <a:buChar char="q"/>
            </a:pPr>
            <a:r>
              <a:rPr lang="en-US" sz="4000" dirty="0"/>
              <a:t>Click on Accept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96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75000"/>
            </a:schemeClr>
          </a:solidFill>
          <a:ln w="571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Linux (EC2 Instance Connect)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Select the EC2 Machine &amp; Click on connect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Go to EC2 Instance Connect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Note down the Public IPV4 Address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Open Putty Enter IP Address</a:t>
            </a:r>
          </a:p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Attach PPK File </a:t>
            </a:r>
            <a:r>
              <a:rPr lang="en-US" sz="3900" dirty="0" err="1"/>
              <a:t>File</a:t>
            </a:r>
            <a:endParaRPr lang="en-US" sz="3900" dirty="0"/>
          </a:p>
          <a:p>
            <a:pPr lvl="0" fontAlgn="base">
              <a:buFont typeface="Wingdings" pitchFamily="2" charset="2"/>
              <a:buChar char="q"/>
            </a:pPr>
            <a:r>
              <a:rPr lang="en-US" sz="3900" dirty="0"/>
              <a:t>Click on open</a:t>
            </a:r>
          </a:p>
          <a:p>
            <a:pPr fontAlgn="base">
              <a:buFont typeface="Wingdings" pitchFamily="2" charset="2"/>
              <a:buChar char="q"/>
            </a:pPr>
            <a:r>
              <a:rPr lang="en-US" sz="3900" dirty="0"/>
              <a:t>Enter User name (ec2-user)</a:t>
            </a:r>
          </a:p>
          <a:p>
            <a:pPr marL="0" lv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02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Terminate/ Stop the Instance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Select the Instance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Click on Stop/ Terminate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600" y="2819400"/>
            <a:ext cx="2133600" cy="1143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Instance State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9000" y="3219450"/>
            <a:ext cx="1676400" cy="59055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15000" y="2781300"/>
            <a:ext cx="2667000" cy="1219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Stop/Terminate instance</a:t>
            </a:r>
          </a:p>
        </p:txBody>
      </p:sp>
    </p:spTree>
    <p:extLst>
      <p:ext uri="{BB962C8B-B14F-4D97-AF65-F5344CB8AC3E}">
        <p14:creationId xmlns:p14="http://schemas.microsoft.com/office/powerpoint/2010/main" val="1827859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93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233</Words>
  <Application>Microsoft Office PowerPoint</Application>
  <PresentationFormat>On-screen Show (4:3)</PresentationFormat>
  <Paragraphs>52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Amazon web services</vt:lpstr>
      <vt:lpstr>AWS Account Creation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EC2 - Linux </vt:lpstr>
      <vt:lpstr>EC2 - Linux </vt:lpstr>
      <vt:lpstr>EC2 - Linux </vt:lpstr>
      <vt:lpstr>EC2 - Linux </vt:lpstr>
      <vt:lpstr>Linux (EC2 Instance Connect) </vt:lpstr>
      <vt:lpstr>Terminate/ Stop the Instance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web services</dc:title>
  <dc:creator>Administrator</dc:creator>
  <cp:lastModifiedBy>Hari Krishna</cp:lastModifiedBy>
  <cp:revision>12</cp:revision>
  <dcterms:created xsi:type="dcterms:W3CDTF">2022-07-20T07:12:11Z</dcterms:created>
  <dcterms:modified xsi:type="dcterms:W3CDTF">2025-07-28T03:32:36Z</dcterms:modified>
</cp:coreProperties>
</file>